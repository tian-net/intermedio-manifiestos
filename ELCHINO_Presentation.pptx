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217920"/>
            <a:ext cx="11643055" cy="640080"/>
          </a:xfrm>
          <a:prstGeom prst="rect">
            <a:avLst/>
          </a:prstGeom>
          <a:solidFill>
            <a:srgbClr val="14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ELCHINO Restobar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  <a:latin typeface="Calibri"/>
              </a:defRPr>
            </a:pPr>
            <a:r>
              <a:t>Full Stack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MongoDB  |  Spring Boot WebFlux  |  React + Vite + 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AWS EC2  |  Minikube  | 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663440"/>
            <a:ext cx="3657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Course: Inglés para Desarrollador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[Team Members]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548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46304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08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286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Google Workspace Technologies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01752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063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79476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5720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617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Demonstration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34924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3949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548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3657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19456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Manual Processes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Orders and menu management handled</a:t>
            </a:r>
            <a:br/>
            <a:r>
              <a:t>manually — slow and error-prone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560320" cy="3657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219456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@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No Centralized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Customer data, inventory, and orders</a:t>
            </a:r>
            <a:br/>
            <a:r>
              <a:t>stored in isolated spreadsheets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2560320" cy="3657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23760" y="219456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Limited Accessibility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No online platform for customers</a:t>
            </a:r>
            <a:br/>
            <a:r>
              <a:t>to browse menu or place orders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828800"/>
            <a:ext cx="2560320" cy="3657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82880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219456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Scalability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Difficult to grow or add new</a:t>
            </a:r>
            <a:br/>
            <a:r>
              <a:t>features without a digital foundation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548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GOOGLE WORKSPACE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47472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37744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Google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Presentation creation and</a:t>
            </a:r>
            <a:br/>
            <a:r>
              <a:t>team collaboration for</a:t>
            </a:r>
            <a:br/>
            <a:r>
              <a:t>this project showcase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560320" cy="347472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37744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Google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Documentation and technical</a:t>
            </a:r>
            <a:br/>
            <a:r>
              <a:t>report writing in</a:t>
            </a:r>
            <a:br/>
            <a:r>
              <a:t>real-time collaboration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2560320" cy="347472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237744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Google Drive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File storage and sharing</a:t>
            </a:r>
            <a:br/>
            <a:r>
              <a:t>for screenshots, diagrams,</a:t>
            </a:r>
            <a:br/>
            <a:r>
              <a:t>and project assets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2560320" cy="347472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237744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Gmail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Team communication and</a:t>
            </a:r>
            <a:br/>
            <a:r>
              <a:t>project coordination</a:t>
            </a:r>
            <a:br/>
            <a:r>
              <a:t>with email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548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411480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EC2-1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834640"/>
            <a:ext cx="28346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MongoDB 7-jammy</a:t>
            </a:r>
            <a:br/>
            <a:r>
              <a:t>on Minikube</a:t>
            </a:r>
            <a:br/>
            <a:r>
              <a:t>Port: 27017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06240" y="3657600"/>
            <a:ext cx="274320" cy="27432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200400" cy="411480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EC2-2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834640"/>
            <a:ext cx="28346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0175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Spring Boot WebFlux</a:t>
            </a:r>
            <a:br/>
            <a:r>
              <a:t>Reactive MongoDB</a:t>
            </a:r>
            <a:br/>
            <a:r>
              <a:t>Port: 30001 → 8087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63840" y="3657600"/>
            <a:ext cx="274320" cy="27432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200400" cy="411480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EC2-3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834640"/>
            <a:ext cx="28346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React + Vite + Nginx</a:t>
            </a:r>
            <a:br/>
            <a:r>
              <a:t>Static files served</a:t>
            </a:r>
            <a:br/>
            <a:r>
              <a:t>Port: 30080 → 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217920"/>
            <a:ext cx="10515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All instances running on AWS EC2 · t3.medium · Minikube · Docker driver · Same VPC (172.31.x.x)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548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18288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Opens the web app</a:t>
            </a:r>
            <a:br/>
            <a:r>
              <a:t>on any browser via</a:t>
            </a:r>
            <a:br/>
            <a:r>
              <a:t>EC2-3 public IP:30080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17520" y="3291840"/>
            <a:ext cx="731520" cy="182880"/>
          </a:xfrm>
          <a:prstGeom prst="rightArrow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23360" y="18288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260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React app served by</a:t>
            </a:r>
            <a:br/>
            <a:r>
              <a:t>Nginx. Makes API</a:t>
            </a:r>
            <a:br/>
            <a:r>
              <a:t>calls to Backend</a:t>
            </a:r>
            <a:br/>
            <a:r>
              <a:t>via HTTP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60720" y="3291840"/>
            <a:ext cx="731520" cy="182880"/>
          </a:xfrm>
          <a:prstGeom prst="rightArrow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66560" y="18288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9260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Spring Boot WebFlux</a:t>
            </a:r>
            <a:br/>
            <a:r>
              <a:t>processes requests.</a:t>
            </a:r>
            <a:br/>
            <a:r>
              <a:t>Reactive MongoDB</a:t>
            </a:r>
            <a:br/>
            <a:r>
              <a:t>handles data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03920" y="3291840"/>
            <a:ext cx="731520" cy="182880"/>
          </a:xfrm>
          <a:prstGeom prst="rightArrow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0" y="182880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9260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MongoDB 7 stores:</a:t>
            </a:r>
            <a:br/>
            <a:r>
              <a:t>- Menu items</a:t>
            </a:r>
            <a:br/>
            <a:r>
              <a:t>- Orders</a:t>
            </a:r>
            <a:br/>
            <a:r>
              <a:t>- Customers</a:t>
            </a:r>
            <a:br/>
            <a:r>
              <a:t>- Categories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943600"/>
            <a:ext cx="10515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User → Frontend (EC2-3:30080) → Backend API (EC2-2:30001) → MongoDB (EC2-1:27017)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548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TECHNICAL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303520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Frontend (React + Vite)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Built with Vite for fast development</a:t>
            </a:r>
            <a:br/>
            <a:r>
              <a:t>Nginx serves optimized static files</a:t>
            </a:r>
            <a:br/>
            <a:r>
              <a:t>API URL: VITE_API_BASE environment variable</a:t>
            </a:r>
            <a:br/>
            <a:r>
              <a:t>Responsive design for mobile &amp; desktop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4864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Backend (Spring Boot WebFlux)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Reactive programming with WebFlux</a:t>
            </a:r>
            <a:br/>
            <a:r>
              <a:t>Reactive MongoDB driver for non-blocking DB access</a:t>
            </a:r>
            <a:br/>
            <a:r>
              <a:t>RESTful API endpoints for CRUD operations</a:t>
            </a:r>
            <a:br/>
            <a:r>
              <a:t>Exposes /actuator for health and 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5303520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54864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Database (MongoDB 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Document-based NoSQL database</a:t>
            </a:r>
            <a:br/>
            <a:r>
              <a:t>Collections: categories, products, orders</a:t>
            </a:r>
            <a:br/>
            <a:r>
              <a:t>Seed data for initial restaurant setup</a:t>
            </a:r>
            <a:br/>
            <a:r>
              <a:t>Runs in Minikube with persistent volume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023360"/>
            <a:ext cx="5303520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023360"/>
            <a:ext cx="54864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4D8"/>
                </a:solidFill>
                <a:latin typeface="Calibri"/>
              </a:defRPr>
            </a:pPr>
            <a:r>
              <a:t>Infrastructure (AWS + Minikube)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EC2 t3.medium instances (4GB RAM, 2 vCPUs)</a:t>
            </a:r>
            <a:br/>
            <a:r>
              <a:t>Minikube with Docker driver</a:t>
            </a:r>
            <a:br/>
            <a:r>
              <a:t>Kubernetes namespaces for isolation</a:t>
            </a:r>
            <a:br/>
            <a:r>
              <a:t>NodePort services for external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548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2926080" cy="411480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00B4D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B4D8"/>
                </a:solidFill>
                <a:latin typeface="Calibri"/>
              </a:defRPr>
            </a:pPr>
            <a:r>
              <a:t>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Frontend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657600"/>
            <a:ext cx="20116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840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Screenshot of the</a:t>
            </a:r>
            <a:br/>
            <a:r>
              <a:t>ELCHINO web interface</a:t>
            </a:r>
            <a:br/>
            <a:r>
              <a:t>showing menu &amp;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[Insert screenshot here]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828800"/>
            <a:ext cx="2926080" cy="411480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00B4D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B4D8"/>
                </a:solidFill>
                <a:latin typeface="Calibri"/>
              </a:defRPr>
            </a:pPr>
            <a:r>
              <a:t>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API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3657600"/>
            <a:ext cx="20116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840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Screenshot of API</a:t>
            </a:r>
            <a:br/>
            <a:r>
              <a:t>endpoint response</a:t>
            </a:r>
            <a:br/>
            <a:r>
              <a:t>(e.g., GET /api/products)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[Insert screenshot here]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828800"/>
            <a:ext cx="2926080" cy="411480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00B4D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B4D8"/>
                </a:solidFill>
                <a:latin typeface="Calibri"/>
              </a:defRPr>
            </a:pPr>
            <a:r>
              <a:t>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Database Seed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3657600"/>
            <a:ext cx="20116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Screenshot of MongoDB</a:t>
            </a:r>
            <a:br/>
            <a:r>
              <a:t>seed data loaded</a:t>
            </a:r>
            <a:br/>
            <a:r>
              <a:t>in the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[Insert screenshot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548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20040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B4D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Modern Cloud-Native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383280"/>
            <a:ext cx="20116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Built with industry-standard</a:t>
            </a:r>
            <a:br/>
            <a:r>
              <a:t>technologies on AWS cloud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560320" cy="320040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B4D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Scalable &amp; Maintainable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3383280"/>
            <a:ext cx="20116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Microservices separated by</a:t>
            </a:r>
            <a:br/>
            <a:r>
              <a:t>responsibility, easy to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2560320" cy="320040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B4D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End-to-End 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383280"/>
            <a:ext cx="20116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From database to frontend,</a:t>
            </a:r>
            <a:br/>
            <a:r>
              <a:t>a complete restaurant platform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011680"/>
            <a:ext cx="2560320" cy="3200400"/>
          </a:xfrm>
          <a:prstGeom prst="roundRect">
            <a:avLst/>
          </a:prstGeom>
          <a:solidFill>
            <a:srgbClr val="1B2A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B4D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Team Collaboration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3383280"/>
            <a:ext cx="20116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Google Workspace enabled</a:t>
            </a:r>
            <a:br/>
            <a:r>
              <a:t>effective remote teamwork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217920"/>
            <a:ext cx="11643055" cy="640080"/>
          </a:xfrm>
          <a:prstGeom prst="rect">
            <a:avLst/>
          </a:prstGeom>
          <a:solidFill>
            <a:srgbClr val="14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657600"/>
            <a:ext cx="3657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ELCHINO Restobar - Full Stack Web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[Team Members]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